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90" autoAdjust="0"/>
    <p:restoredTop sz="94660"/>
  </p:normalViewPr>
  <p:slideViewPr>
    <p:cSldViewPr snapToGrid="0">
      <p:cViewPr varScale="1">
        <p:scale>
          <a:sx n="98" d="100"/>
          <a:sy n="98" d="100"/>
        </p:scale>
        <p:origin x="68" y="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A37F46-0114-44F4-9969-FC75CC7593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6BB5932-7509-4F36-8EED-E077E47424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A1F032-0933-4B52-9859-2912D4962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705A4-8454-437D-8043-D3E565A8A287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F92D50-E3C8-47B6-97D5-48396FDC0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FFB48F-26E0-4623-85F2-7AC01E897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2B3C5-2347-434D-9E69-3D3DDA26D1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6723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168E66-4038-440B-95E9-FD0BD5E94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68760D-045F-45CB-BD62-1143432AD2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0E7635-BF61-416A-AB56-436335301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705A4-8454-437D-8043-D3E565A8A287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D3569E-0EBC-4CB6-91D2-4C90CE9C2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DD4848-A7D1-4E73-A5DF-2AFE2B019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2B3C5-2347-434D-9E69-3D3DDA26D1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074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190D5-992B-4825-8F2E-9A99EC43B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158E3F-9C38-4B2E-8B19-878B773B9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AFE4EE-1A1B-4163-9B32-F253BCC59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705A4-8454-437D-8043-D3E565A8A287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A0986E-B16D-42AE-BA76-61FCC0BB5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87585EC-7C74-4EEC-9297-42EA23C5B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2B3C5-2347-434D-9E69-3D3DDA26D1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736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36CA83-74CB-4752-B15C-685CD611F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E603A5-F1A5-48E0-AA8E-5210261118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D771D54-3441-4D24-A586-7C93307B47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C2EC0AD-C892-46A6-A040-1C8905DF2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705A4-8454-437D-8043-D3E565A8A287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43896B0-8899-4271-83A5-CA847E9EF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9ADB680-3808-4FD7-871B-D4B71CC98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2B3C5-2347-434D-9E69-3D3DDA26D1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6606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BCEDA1-735D-43A1-BBBD-26C7FA6BD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EE6B504-5E25-4FC6-9A81-9788ED1BCE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5F83206-2376-4105-BD3F-8BAFBBD993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20F5DBF-BE5B-47AD-9A30-2B1C21899B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67D9393-490D-4BC0-8AB9-0576C1352C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7401F49-4D48-4CE6-B8A0-799243C8A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705A4-8454-437D-8043-D3E565A8A287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977AA52-8739-495A-B73D-F8193D0A1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F4615F4-8461-45F9-89B4-3CE287D14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2B3C5-2347-434D-9E69-3D3DDA26D1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9373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33BEF4-0D96-4976-B11F-C58EFC857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D671387-EC30-453E-87B4-EDE1304E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705A4-8454-437D-8043-D3E565A8A287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55EF0F0-7094-42AE-8131-0CF324C0E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389EE01-D37F-4539-A6B8-B8F0159A8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2B3C5-2347-434D-9E69-3D3DDA26D1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2411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B820F3B-3F75-495D-BCAE-784A4D1EA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705A4-8454-437D-8043-D3E565A8A287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7EBF849-E487-4B90-BD01-6AB4DA572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E94198-B603-46BA-8E72-5DFAB3375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2B3C5-2347-434D-9E69-3D3DDA26D1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136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BAD8A1-55AE-4876-9911-AF32AB4BC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C52F8A-85DB-4079-BDAC-5BA14D247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04221ED-4A36-4ED9-A242-F530C3FB0C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6402295-0663-40B6-AD37-E1E58124A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705A4-8454-437D-8043-D3E565A8A287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174312C-AD6D-4159-B622-9DD2BF9FA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F6914FA-BB34-488B-8656-894080A90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2B3C5-2347-434D-9E69-3D3DDA26D1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4055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BD32A0-0BF3-407F-BF29-5F5BD0B32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A7A7C59-C021-4CC0-9431-09C3773101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5FC8295-439B-483A-AE86-1C3E446BD6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52A6A2E-7C00-4215-A15F-5BADB8FC7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705A4-8454-437D-8043-D3E565A8A287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9FD9CFD-33E8-4102-99D6-E42A1C4B2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34F5A0F-2858-4A5B-A556-4C4700992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2B3C5-2347-434D-9E69-3D3DDA26D1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3280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D786E7-9C1E-4DF1-A341-F92D3F63A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C4E05EE-DB56-4F55-A9FB-731FBE9B6C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4A311E-9D68-4CE7-A81F-3E522984B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705A4-8454-437D-8043-D3E565A8A287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A64A5B-AB5F-468A-865A-0B2725001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F36780-E4FE-4F1A-B5FB-F9DFE4606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2B3C5-2347-434D-9E69-3D3DDA26D1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764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BEA4A80-C3F1-4DB5-98BD-0454846345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304156D-A966-4856-A034-9BF0493D2E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33DCBE-57C4-4DBF-BD10-CFEBED2B6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705A4-8454-437D-8043-D3E565A8A287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DCB8C9-EE74-4C40-83D5-65A128821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403289-7578-413A-A1AD-887EC9C87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2B3C5-2347-434D-9E69-3D3DDA26D1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3905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CC28886-06DF-4922-9556-38C69BD71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C02CBF5-9A8E-4E69-B532-B9D66DD6AE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64DDE1-1C8A-4483-8FBA-BB71AFB778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5705A4-8454-437D-8043-D3E565A8A287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B56B22-A606-4A2C-892D-9947FE5556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A06690-5AEB-4924-8707-4B76A1F0B5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52B3C5-2347-434D-9E69-3D3DDA26D1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4677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0A757B0-C8D7-49F0-A485-EF5F3188B3F0}"/>
              </a:ext>
            </a:extLst>
          </p:cNvPr>
          <p:cNvSpPr/>
          <p:nvPr/>
        </p:nvSpPr>
        <p:spPr>
          <a:xfrm>
            <a:off x="9694706" y="2758855"/>
            <a:ext cx="1039090" cy="5902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Conditional</a:t>
            </a:r>
          </a:p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Fusion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426B561-D5BF-4CF8-8F0A-9BF0A759EC3D}"/>
              </a:ext>
            </a:extLst>
          </p:cNvPr>
          <p:cNvSpPr/>
          <p:nvPr/>
        </p:nvSpPr>
        <p:spPr>
          <a:xfrm>
            <a:off x="7149680" y="2751842"/>
            <a:ext cx="1039090" cy="5902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EKF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F6A6799-83DF-4FE7-B735-7883471F10B3}"/>
              </a:ext>
            </a:extLst>
          </p:cNvPr>
          <p:cNvSpPr/>
          <p:nvPr/>
        </p:nvSpPr>
        <p:spPr>
          <a:xfrm>
            <a:off x="3352711" y="3541831"/>
            <a:ext cx="1039090" cy="5902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Fuzzy Logic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94DCBFA-9237-4C09-822A-90D5D7DAE856}"/>
              </a:ext>
            </a:extLst>
          </p:cNvPr>
          <p:cNvSpPr/>
          <p:nvPr/>
        </p:nvSpPr>
        <p:spPr>
          <a:xfrm>
            <a:off x="3381050" y="1255858"/>
            <a:ext cx="1039091" cy="5902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Tire Model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44C81DD-5B6D-484A-A49B-83751F299175}"/>
              </a:ext>
            </a:extLst>
          </p:cNvPr>
          <p:cNvSpPr/>
          <p:nvPr/>
        </p:nvSpPr>
        <p:spPr>
          <a:xfrm>
            <a:off x="5430891" y="3690289"/>
            <a:ext cx="1039090" cy="5902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LPF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13" name="연결선: 꺾임 12">
            <a:extLst>
              <a:ext uri="{FF2B5EF4-FFF2-40B4-BE49-F238E27FC236}">
                <a16:creationId xmlns:a16="http://schemas.microsoft.com/office/drawing/2014/main" id="{B5B015CB-E210-4C32-BF5F-4E9FDD6E47CC}"/>
              </a:ext>
            </a:extLst>
          </p:cNvPr>
          <p:cNvCxnSpPr>
            <a:cxnSpLocks/>
            <a:stCxn id="6" idx="3"/>
            <a:endCxn id="11" idx="1"/>
          </p:cNvCxnSpPr>
          <p:nvPr/>
        </p:nvCxnSpPr>
        <p:spPr>
          <a:xfrm>
            <a:off x="4391801" y="3836933"/>
            <a:ext cx="1039090" cy="148458"/>
          </a:xfrm>
          <a:prstGeom prst="bentConnector3">
            <a:avLst>
              <a:gd name="adj1" fmla="val 6282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F81DD6D9-B62D-40E5-A8E5-897BACFB5C1B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6469981" y="3309155"/>
            <a:ext cx="679699" cy="676236"/>
          </a:xfrm>
          <a:prstGeom prst="bentConnector3">
            <a:avLst>
              <a:gd name="adj1" fmla="val 48253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F222FFD-E123-4183-A422-1F846CF4FDB0}"/>
              </a:ext>
            </a:extLst>
          </p:cNvPr>
          <p:cNvSpPr/>
          <p:nvPr/>
        </p:nvSpPr>
        <p:spPr>
          <a:xfrm>
            <a:off x="1160665" y="4221213"/>
            <a:ext cx="1039090" cy="5902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EBS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1BC24830-6F11-4C90-9779-D811D492BDE8}"/>
              </a:ext>
            </a:extLst>
          </p:cNvPr>
          <p:cNvCxnSpPr>
            <a:cxnSpLocks/>
            <a:stCxn id="18" idx="3"/>
          </p:cNvCxnSpPr>
          <p:nvPr/>
        </p:nvCxnSpPr>
        <p:spPr>
          <a:xfrm flipV="1">
            <a:off x="2199755" y="4221212"/>
            <a:ext cx="3231136" cy="295103"/>
          </a:xfrm>
          <a:prstGeom prst="bentConnector3">
            <a:avLst>
              <a:gd name="adj1" fmla="val 8692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연결선: 꺾임 23">
            <a:extLst>
              <a:ext uri="{FF2B5EF4-FFF2-40B4-BE49-F238E27FC236}">
                <a16:creationId xmlns:a16="http://schemas.microsoft.com/office/drawing/2014/main" id="{CF261C15-C971-4B3B-9D3A-ED5140CB665D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4420141" y="1550960"/>
            <a:ext cx="2729539" cy="1315835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156518AE-C54F-4925-B45E-F75974786756}"/>
              </a:ext>
            </a:extLst>
          </p:cNvPr>
          <p:cNvCxnSpPr>
            <a:stCxn id="5" idx="3"/>
            <a:endCxn id="4" idx="1"/>
          </p:cNvCxnSpPr>
          <p:nvPr/>
        </p:nvCxnSpPr>
        <p:spPr>
          <a:xfrm>
            <a:off x="8188770" y="3046944"/>
            <a:ext cx="1505936" cy="70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4D224E36-87D7-4429-9E50-A2A5281D6621}"/>
              </a:ext>
            </a:extLst>
          </p:cNvPr>
          <p:cNvSpPr txBox="1"/>
          <p:nvPr/>
        </p:nvSpPr>
        <p:spPr>
          <a:xfrm>
            <a:off x="241218" y="200942"/>
            <a:ext cx="37181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RoadRadius Fusion</a:t>
            </a:r>
            <a:endParaRPr lang="ko-KR" altLang="en-US" dirty="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9FDD4E84-5BDB-4E17-BDBD-33E87AF377C0}"/>
              </a:ext>
            </a:extLst>
          </p:cNvPr>
          <p:cNvSpPr/>
          <p:nvPr/>
        </p:nvSpPr>
        <p:spPr>
          <a:xfrm>
            <a:off x="1160665" y="1255859"/>
            <a:ext cx="1039090" cy="5902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EHPS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549A54F4-E9B7-4D62-B004-1C974FD678C5}"/>
              </a:ext>
            </a:extLst>
          </p:cNvPr>
          <p:cNvCxnSpPr>
            <a:cxnSpLocks/>
            <a:stCxn id="35" idx="3"/>
            <a:endCxn id="7" idx="1"/>
          </p:cNvCxnSpPr>
          <p:nvPr/>
        </p:nvCxnSpPr>
        <p:spPr>
          <a:xfrm flipV="1">
            <a:off x="2199755" y="1550960"/>
            <a:ext cx="1181295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연결선: 꺾임 38">
            <a:extLst>
              <a:ext uri="{FF2B5EF4-FFF2-40B4-BE49-F238E27FC236}">
                <a16:creationId xmlns:a16="http://schemas.microsoft.com/office/drawing/2014/main" id="{2F2AE86C-04EB-409B-BF01-9771B7FEF0C6}"/>
              </a:ext>
            </a:extLst>
          </p:cNvPr>
          <p:cNvCxnSpPr>
            <a:cxnSpLocks/>
            <a:stCxn id="35" idx="3"/>
            <a:endCxn id="6" idx="1"/>
          </p:cNvCxnSpPr>
          <p:nvPr/>
        </p:nvCxnSpPr>
        <p:spPr>
          <a:xfrm>
            <a:off x="2199755" y="1550961"/>
            <a:ext cx="1152956" cy="228597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연결선: 꺾임 43">
            <a:extLst>
              <a:ext uri="{FF2B5EF4-FFF2-40B4-BE49-F238E27FC236}">
                <a16:creationId xmlns:a16="http://schemas.microsoft.com/office/drawing/2014/main" id="{A90AAE00-533E-41CA-B51F-94654DE1C4BE}"/>
              </a:ext>
            </a:extLst>
          </p:cNvPr>
          <p:cNvCxnSpPr>
            <a:cxnSpLocks/>
            <a:stCxn id="18" idx="3"/>
          </p:cNvCxnSpPr>
          <p:nvPr/>
        </p:nvCxnSpPr>
        <p:spPr>
          <a:xfrm flipV="1">
            <a:off x="2199755" y="4029706"/>
            <a:ext cx="1152956" cy="48660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2DE4A026-968C-4A5D-8B8B-FF8ADB0587E4}"/>
              </a:ext>
            </a:extLst>
          </p:cNvPr>
          <p:cNvSpPr/>
          <p:nvPr/>
        </p:nvSpPr>
        <p:spPr>
          <a:xfrm>
            <a:off x="1160665" y="5400337"/>
            <a:ext cx="1039090" cy="5902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CAM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48" name="연결선: 꺾임 47">
            <a:extLst>
              <a:ext uri="{FF2B5EF4-FFF2-40B4-BE49-F238E27FC236}">
                <a16:creationId xmlns:a16="http://schemas.microsoft.com/office/drawing/2014/main" id="{B468BFFB-8CF1-4F22-AA08-726ED51C38A4}"/>
              </a:ext>
            </a:extLst>
          </p:cNvPr>
          <p:cNvCxnSpPr>
            <a:cxnSpLocks/>
            <a:stCxn id="47" idx="3"/>
            <a:endCxn id="4" idx="2"/>
          </p:cNvCxnSpPr>
          <p:nvPr/>
        </p:nvCxnSpPr>
        <p:spPr>
          <a:xfrm flipV="1">
            <a:off x="2199755" y="3349058"/>
            <a:ext cx="8014496" cy="234638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488B4144-4D23-49A7-83C2-C73A57142F47}"/>
              </a:ext>
            </a:extLst>
          </p:cNvPr>
          <p:cNvCxnSpPr/>
          <p:nvPr/>
        </p:nvCxnSpPr>
        <p:spPr>
          <a:xfrm flipV="1">
            <a:off x="10733796" y="3053957"/>
            <a:ext cx="679699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2DB5B158-FB15-491A-AD87-3F0C736085CC}"/>
                  </a:ext>
                </a:extLst>
              </p:cNvPr>
              <p:cNvSpPr txBox="1"/>
              <p:nvPr/>
            </p:nvSpPr>
            <p:spPr>
              <a:xfrm>
                <a:off x="10733795" y="2777140"/>
                <a:ext cx="679699" cy="2585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𝑓𝑖𝑛𝑎𝑙</m:t>
                          </m:r>
                        </m:sub>
                      </m:sSub>
                    </m:oMath>
                  </m:oMathPara>
                </a14:m>
                <a:endParaRPr lang="ko-KR" altLang="en-US" sz="1000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2DB5B158-FB15-491A-AD87-3F0C736085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3795" y="2777140"/>
                <a:ext cx="679699" cy="2585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6A39B6A5-D22A-455F-B5E8-603CD44A7286}"/>
                  </a:ext>
                </a:extLst>
              </p:cNvPr>
              <p:cNvSpPr txBox="1"/>
              <p:nvPr/>
            </p:nvSpPr>
            <p:spPr>
              <a:xfrm>
                <a:off x="5915545" y="5464834"/>
                <a:ext cx="1057752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00" b="0" i="1" smtClean="0">
                          <a:latin typeface="Cambria Math" panose="02040503050406030204" pitchFamily="18" charset="0"/>
                        </a:rPr>
                        <m:t>𝐶𝑎𝑚</m:t>
                      </m:r>
                      <m:r>
                        <a:rPr lang="en-US" altLang="ko-KR" sz="1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000" b="0" i="1" smtClean="0">
                          <a:latin typeface="Cambria Math" panose="02040503050406030204" pitchFamily="18" charset="0"/>
                        </a:rPr>
                        <m:t>𝐶𝑢𝑟𝑣𝑎𝑡𝑢𝑟𝑒</m:t>
                      </m:r>
                    </m:oMath>
                  </m:oMathPara>
                </a14:m>
                <a:endParaRPr lang="ko-KR" altLang="en-US" sz="1000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6A39B6A5-D22A-455F-B5E8-603CD44A72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5545" y="5464834"/>
                <a:ext cx="1057752" cy="2462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C4EB3B24-7C4B-4ED5-9AD2-7C478EE4D5E5}"/>
                  </a:ext>
                </a:extLst>
              </p:cNvPr>
              <p:cNvSpPr txBox="1"/>
              <p:nvPr/>
            </p:nvSpPr>
            <p:spPr>
              <a:xfrm>
                <a:off x="4391801" y="3617436"/>
                <a:ext cx="77990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00" b="0" i="1" smtClean="0">
                          <a:latin typeface="Cambria Math" panose="02040503050406030204" pitchFamily="18" charset="0"/>
                        </a:rPr>
                        <m:t>𝐿𝑃𝐹</m:t>
                      </m:r>
                      <m:r>
                        <a:rPr lang="en-US" altLang="ko-KR" sz="1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000" b="0" i="1" smtClean="0">
                          <a:latin typeface="Cambria Math" panose="02040503050406030204" pitchFamily="18" charset="0"/>
                        </a:rPr>
                        <m:t>𝐺𝑎𝑖𝑛</m:t>
                      </m:r>
                    </m:oMath>
                  </m:oMathPara>
                </a14:m>
                <a:endParaRPr lang="en-US" altLang="ko-KR" sz="1000" b="0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C4EB3B24-7C4B-4ED5-9AD2-7C478EE4D5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1801" y="3617436"/>
                <a:ext cx="779903" cy="24622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9E2EA831-C4AA-47F7-A446-B648D2596443}"/>
                  </a:ext>
                </a:extLst>
              </p:cNvPr>
              <p:cNvSpPr txBox="1"/>
              <p:nvPr/>
            </p:nvSpPr>
            <p:spPr>
              <a:xfrm>
                <a:off x="1972165" y="4293971"/>
                <a:ext cx="97472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00" b="0" i="1" smtClean="0">
                          <a:latin typeface="Cambria Math" panose="02040503050406030204" pitchFamily="18" charset="0"/>
                        </a:rPr>
                        <m:t>𝑌𝑎𝑤𝑅𝑎𝑡𝑒</m:t>
                      </m:r>
                    </m:oMath>
                  </m:oMathPara>
                </a14:m>
                <a:endParaRPr lang="en-US" altLang="ko-KR" sz="1000" b="0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9E2EA831-C4AA-47F7-A446-B648D25964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2165" y="4293971"/>
                <a:ext cx="974725" cy="24622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448E61F0-6D11-43AB-BB12-C70C3E018432}"/>
                  </a:ext>
                </a:extLst>
              </p:cNvPr>
              <p:cNvSpPr txBox="1"/>
              <p:nvPr/>
            </p:nvSpPr>
            <p:spPr>
              <a:xfrm>
                <a:off x="2264120" y="1311863"/>
                <a:ext cx="97472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00" b="0" i="1" smtClean="0">
                          <a:latin typeface="Cambria Math" panose="02040503050406030204" pitchFamily="18" charset="0"/>
                        </a:rPr>
                        <m:t>𝑆𝑡𝑒𝑒𝑟𝑖𝑛𝑔</m:t>
                      </m:r>
                      <m:r>
                        <a:rPr lang="en-US" altLang="ko-KR" sz="1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000" b="0" i="1" smtClean="0">
                          <a:latin typeface="Cambria Math" panose="02040503050406030204" pitchFamily="18" charset="0"/>
                        </a:rPr>
                        <m:t>𝐴𝑛𝑔𝑙𝑒</m:t>
                      </m:r>
                    </m:oMath>
                  </m:oMathPara>
                </a14:m>
                <a:endParaRPr lang="en-US" altLang="ko-KR" sz="1000" b="0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448E61F0-6D11-43AB-BB12-C70C3E0184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4120" y="1311863"/>
                <a:ext cx="974725" cy="246221"/>
              </a:xfrm>
              <a:prstGeom prst="rect">
                <a:avLst/>
              </a:prstGeom>
              <a:blipFill>
                <a:blip r:embed="rId6"/>
                <a:stretch>
                  <a:fillRect r="-4375" b="-243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9CFD527D-E614-45FD-9598-E1318E759941}"/>
                  </a:ext>
                </a:extLst>
              </p:cNvPr>
              <p:cNvSpPr txBox="1"/>
              <p:nvPr/>
            </p:nvSpPr>
            <p:spPr>
              <a:xfrm>
                <a:off x="4619739" y="1304987"/>
                <a:ext cx="97472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00" b="0" i="1" smtClean="0">
                          <a:latin typeface="Cambria Math" panose="02040503050406030204" pitchFamily="18" charset="0"/>
                        </a:rPr>
                        <m:t>𝑇𝑖𝑟𝑒</m:t>
                      </m:r>
                      <m:r>
                        <a:rPr lang="en-US" altLang="ko-KR" sz="1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000" b="0" i="1" smtClean="0">
                          <a:latin typeface="Cambria Math" panose="02040503050406030204" pitchFamily="18" charset="0"/>
                        </a:rPr>
                        <m:t>𝐴𝑛𝑔𝑙𝑒</m:t>
                      </m:r>
                    </m:oMath>
                  </m:oMathPara>
                </a14:m>
                <a:endParaRPr lang="en-US" altLang="ko-KR" sz="1000" b="0" dirty="0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9CFD527D-E614-45FD-9598-E1318E7599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9739" y="1304987"/>
                <a:ext cx="974725" cy="246221"/>
              </a:xfrm>
              <a:prstGeom prst="rect">
                <a:avLst/>
              </a:prstGeom>
              <a:blipFill>
                <a:blip r:embed="rId7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9BA49FD1-BB83-46A6-847A-4E613693F7F4}"/>
                  </a:ext>
                </a:extLst>
              </p:cNvPr>
              <p:cNvSpPr txBox="1"/>
              <p:nvPr/>
            </p:nvSpPr>
            <p:spPr>
              <a:xfrm>
                <a:off x="6402545" y="3974037"/>
                <a:ext cx="974725" cy="2585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00" b="0" i="1" smtClean="0">
                          <a:latin typeface="Cambria Math" panose="02040503050406030204" pitchFamily="18" charset="0"/>
                        </a:rPr>
                        <m:t>𝑌𝑎𝑤𝑅𝑎𝑡</m:t>
                      </m:r>
                      <m:sSub>
                        <m:sSubPr>
                          <m:ctrlP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𝑓𝑖𝑙𝑡𝑒𝑟𝑒𝑑</m:t>
                          </m:r>
                        </m:sub>
                      </m:sSub>
                    </m:oMath>
                  </m:oMathPara>
                </a14:m>
                <a:endParaRPr lang="en-US" altLang="ko-KR" sz="1000" b="0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9BA49FD1-BB83-46A6-847A-4E613693F7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2545" y="3974037"/>
                <a:ext cx="974725" cy="258532"/>
              </a:xfrm>
              <a:prstGeom prst="rect">
                <a:avLst/>
              </a:prstGeom>
              <a:blipFill>
                <a:blip r:embed="rId8"/>
                <a:stretch>
                  <a:fillRect r="-25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C6FD0031-D3B7-4826-ABCC-9A99F77C328A}"/>
                  </a:ext>
                </a:extLst>
              </p:cNvPr>
              <p:cNvSpPr txBox="1"/>
              <p:nvPr/>
            </p:nvSpPr>
            <p:spPr>
              <a:xfrm>
                <a:off x="8454375" y="2809695"/>
                <a:ext cx="97472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00" b="0" i="1" smtClean="0">
                          <a:latin typeface="Cambria Math" panose="02040503050406030204" pitchFamily="18" charset="0"/>
                        </a:rPr>
                        <m:t>𝐶𝑢𝑟𝑣𝑎𝑡𝑢𝑟𝑒</m:t>
                      </m:r>
                    </m:oMath>
                  </m:oMathPara>
                </a14:m>
                <a:endParaRPr lang="en-US" altLang="ko-KR" sz="1000" b="0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C6FD0031-D3B7-4826-ABCC-9A99F77C32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4375" y="2809695"/>
                <a:ext cx="974725" cy="24622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6" name="연결선: 꺾임 95">
            <a:extLst>
              <a:ext uri="{FF2B5EF4-FFF2-40B4-BE49-F238E27FC236}">
                <a16:creationId xmlns:a16="http://schemas.microsoft.com/office/drawing/2014/main" id="{15CF66FC-869A-45B5-A354-08CC0BEF8D4E}"/>
              </a:ext>
            </a:extLst>
          </p:cNvPr>
          <p:cNvCxnSpPr>
            <a:cxnSpLocks/>
            <a:stCxn id="35" idx="3"/>
            <a:endCxn id="5" idx="1"/>
          </p:cNvCxnSpPr>
          <p:nvPr/>
        </p:nvCxnSpPr>
        <p:spPr>
          <a:xfrm>
            <a:off x="2199755" y="1550961"/>
            <a:ext cx="4949925" cy="1495983"/>
          </a:xfrm>
          <a:prstGeom prst="bentConnector3">
            <a:avLst>
              <a:gd name="adj1" fmla="val 1158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94420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8D1819-4689-4AA3-9B22-3292B30C4C1F}"/>
              </a:ext>
            </a:extLst>
          </p:cNvPr>
          <p:cNvSpPr txBox="1"/>
          <p:nvPr/>
        </p:nvSpPr>
        <p:spPr>
          <a:xfrm>
            <a:off x="241218" y="200942"/>
            <a:ext cx="37181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SCC2 Emergency Stop Algorithm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3563621-3CF2-40C7-AE31-11EE70A9CA2B}"/>
              </a:ext>
            </a:extLst>
          </p:cNvPr>
          <p:cNvSpPr/>
          <p:nvPr/>
        </p:nvSpPr>
        <p:spPr>
          <a:xfrm>
            <a:off x="939390" y="1314763"/>
            <a:ext cx="1039091" cy="5902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DSW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C95ABB2F-DB14-411B-9D18-8B353041C1D9}"/>
              </a:ext>
            </a:extLst>
          </p:cNvPr>
          <p:cNvGrpSpPr/>
          <p:nvPr/>
        </p:nvGrpSpPr>
        <p:grpSpPr>
          <a:xfrm>
            <a:off x="2679469" y="1082940"/>
            <a:ext cx="6833062" cy="2692646"/>
            <a:chOff x="2901142" y="1089646"/>
            <a:chExt cx="6833062" cy="2692646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50ECA951-07C2-423F-99C2-2401C250EC59}"/>
                </a:ext>
              </a:extLst>
            </p:cNvPr>
            <p:cNvSpPr/>
            <p:nvPr/>
          </p:nvSpPr>
          <p:spPr>
            <a:xfrm>
              <a:off x="5069123" y="1713502"/>
              <a:ext cx="1039090" cy="59020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</a:rPr>
                <a:t>Standby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BD6AB498-EF99-46FA-B4D6-9C139A077CCB}"/>
                </a:ext>
              </a:extLst>
            </p:cNvPr>
            <p:cNvSpPr/>
            <p:nvPr/>
          </p:nvSpPr>
          <p:spPr>
            <a:xfrm>
              <a:off x="6570646" y="1713502"/>
              <a:ext cx="1039090" cy="59020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</a:rPr>
                <a:t>Ready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160A543C-92F6-464D-9F1C-2BEDE692DCCF}"/>
                </a:ext>
              </a:extLst>
            </p:cNvPr>
            <p:cNvSpPr/>
            <p:nvPr/>
          </p:nvSpPr>
          <p:spPr>
            <a:xfrm>
              <a:off x="3567601" y="1713502"/>
              <a:ext cx="1039090" cy="59020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</a:rPr>
                <a:t>Off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664E758B-E2B4-4B45-B3FC-7142887F6C4F}"/>
                </a:ext>
              </a:extLst>
            </p:cNvPr>
            <p:cNvSpPr/>
            <p:nvPr/>
          </p:nvSpPr>
          <p:spPr>
            <a:xfrm>
              <a:off x="8146119" y="1713502"/>
              <a:ext cx="1039090" cy="59020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</a:rPr>
                <a:t>Warning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A21E2F63-A00B-474B-A9AE-12A1606D0C9A}"/>
                </a:ext>
              </a:extLst>
            </p:cNvPr>
            <p:cNvSpPr/>
            <p:nvPr/>
          </p:nvSpPr>
          <p:spPr>
            <a:xfrm>
              <a:off x="8146119" y="2838796"/>
              <a:ext cx="1039090" cy="59020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</a:rPr>
                <a:t>Assist1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C634C940-F90F-40E3-BDDC-E9981193AD81}"/>
                </a:ext>
              </a:extLst>
            </p:cNvPr>
            <p:cNvSpPr/>
            <p:nvPr/>
          </p:nvSpPr>
          <p:spPr>
            <a:xfrm>
              <a:off x="6586450" y="2838797"/>
              <a:ext cx="1039090" cy="59020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</a:rPr>
                <a:t>Assist2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3FAA9EA2-2533-4F05-9F76-D9EAE1C299A5}"/>
                </a:ext>
              </a:extLst>
            </p:cNvPr>
            <p:cNvSpPr/>
            <p:nvPr/>
          </p:nvSpPr>
          <p:spPr>
            <a:xfrm>
              <a:off x="5069123" y="2838796"/>
              <a:ext cx="1039090" cy="59020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</a:rPr>
                <a:t>Lockout2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AF7D3DE0-7A15-4AFA-97C0-0EA244298B6D}"/>
                </a:ext>
              </a:extLst>
            </p:cNvPr>
            <p:cNvSpPr/>
            <p:nvPr/>
          </p:nvSpPr>
          <p:spPr>
            <a:xfrm>
              <a:off x="3567601" y="2838796"/>
              <a:ext cx="1039090" cy="59020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</a:rPr>
                <a:t>Lockout1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F74E3DB1-43FA-4E66-A00E-ECFCD15148AA}"/>
                </a:ext>
              </a:extLst>
            </p:cNvPr>
            <p:cNvCxnSpPr>
              <a:stCxn id="7" idx="3"/>
              <a:endCxn id="5" idx="1"/>
            </p:cNvCxnSpPr>
            <p:nvPr/>
          </p:nvCxnSpPr>
          <p:spPr>
            <a:xfrm>
              <a:off x="4606691" y="2008604"/>
              <a:ext cx="462432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화살표 연결선 17">
              <a:extLst>
                <a:ext uri="{FF2B5EF4-FFF2-40B4-BE49-F238E27FC236}">
                  <a16:creationId xmlns:a16="http://schemas.microsoft.com/office/drawing/2014/main" id="{575BB9E7-B5BE-40AD-A9FE-78313A67A45A}"/>
                </a:ext>
              </a:extLst>
            </p:cNvPr>
            <p:cNvCxnSpPr>
              <a:cxnSpLocks/>
              <a:stCxn id="5" idx="3"/>
              <a:endCxn id="6" idx="1"/>
            </p:cNvCxnSpPr>
            <p:nvPr/>
          </p:nvCxnSpPr>
          <p:spPr>
            <a:xfrm>
              <a:off x="6108213" y="2008604"/>
              <a:ext cx="462433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화살표 연결선 20">
              <a:extLst>
                <a:ext uri="{FF2B5EF4-FFF2-40B4-BE49-F238E27FC236}">
                  <a16:creationId xmlns:a16="http://schemas.microsoft.com/office/drawing/2014/main" id="{FE2D352D-C885-4EC8-B134-48B0A0345EC7}"/>
                </a:ext>
              </a:extLst>
            </p:cNvPr>
            <p:cNvCxnSpPr>
              <a:cxnSpLocks/>
              <a:stCxn id="6" idx="3"/>
              <a:endCxn id="8" idx="1"/>
            </p:cNvCxnSpPr>
            <p:nvPr/>
          </p:nvCxnSpPr>
          <p:spPr>
            <a:xfrm>
              <a:off x="7609736" y="2008604"/>
              <a:ext cx="536383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화살표 연결선 24">
              <a:extLst>
                <a:ext uri="{FF2B5EF4-FFF2-40B4-BE49-F238E27FC236}">
                  <a16:creationId xmlns:a16="http://schemas.microsoft.com/office/drawing/2014/main" id="{3E723068-6DD7-402B-9D71-B784FF3F4CAC}"/>
                </a:ext>
              </a:extLst>
            </p:cNvPr>
            <p:cNvCxnSpPr>
              <a:stCxn id="8" idx="2"/>
              <a:endCxn id="9" idx="0"/>
            </p:cNvCxnSpPr>
            <p:nvPr/>
          </p:nvCxnSpPr>
          <p:spPr>
            <a:xfrm>
              <a:off x="8665664" y="2303705"/>
              <a:ext cx="0" cy="53509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연결선: 꺾임 26">
              <a:extLst>
                <a:ext uri="{FF2B5EF4-FFF2-40B4-BE49-F238E27FC236}">
                  <a16:creationId xmlns:a16="http://schemas.microsoft.com/office/drawing/2014/main" id="{C989EB72-014C-4E61-9807-17513D632F25}"/>
                </a:ext>
              </a:extLst>
            </p:cNvPr>
            <p:cNvCxnSpPr>
              <a:cxnSpLocks/>
              <a:stCxn id="8" idx="2"/>
              <a:endCxn id="7" idx="2"/>
            </p:cNvCxnSpPr>
            <p:nvPr/>
          </p:nvCxnSpPr>
          <p:spPr>
            <a:xfrm rot="5400000">
              <a:off x="6376405" y="14446"/>
              <a:ext cx="12700" cy="4578518"/>
            </a:xfrm>
            <a:prstGeom prst="bentConnector3">
              <a:avLst>
                <a:gd name="adj1" fmla="val 180000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연결선: 꺾임 28">
              <a:extLst>
                <a:ext uri="{FF2B5EF4-FFF2-40B4-BE49-F238E27FC236}">
                  <a16:creationId xmlns:a16="http://schemas.microsoft.com/office/drawing/2014/main" id="{B992E42A-8394-4CC2-AD4D-22BAD311E611}"/>
                </a:ext>
              </a:extLst>
            </p:cNvPr>
            <p:cNvCxnSpPr>
              <a:cxnSpLocks/>
              <a:stCxn id="9" idx="0"/>
              <a:endCxn id="7" idx="2"/>
            </p:cNvCxnSpPr>
            <p:nvPr/>
          </p:nvCxnSpPr>
          <p:spPr>
            <a:xfrm rot="16200000" flipV="1">
              <a:off x="6108860" y="281992"/>
              <a:ext cx="535091" cy="4578518"/>
            </a:xfrm>
            <a:prstGeom prst="bentConnector3">
              <a:avLst>
                <a:gd name="adj1" fmla="val 59321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화살표 연결선 33">
              <a:extLst>
                <a:ext uri="{FF2B5EF4-FFF2-40B4-BE49-F238E27FC236}">
                  <a16:creationId xmlns:a16="http://schemas.microsoft.com/office/drawing/2014/main" id="{E064832A-281A-4886-B008-BEFA2101DAAE}"/>
                </a:ext>
              </a:extLst>
            </p:cNvPr>
            <p:cNvCxnSpPr>
              <a:stCxn id="9" idx="1"/>
              <a:endCxn id="11" idx="3"/>
            </p:cNvCxnSpPr>
            <p:nvPr/>
          </p:nvCxnSpPr>
          <p:spPr>
            <a:xfrm flipH="1">
              <a:off x="7625540" y="3133898"/>
              <a:ext cx="520579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화살표 연결선 34">
              <a:extLst>
                <a:ext uri="{FF2B5EF4-FFF2-40B4-BE49-F238E27FC236}">
                  <a16:creationId xmlns:a16="http://schemas.microsoft.com/office/drawing/2014/main" id="{77783093-738C-4396-A7DB-95CE7AAF8281}"/>
                </a:ext>
              </a:extLst>
            </p:cNvPr>
            <p:cNvCxnSpPr>
              <a:cxnSpLocks/>
              <a:stCxn id="11" idx="1"/>
              <a:endCxn id="12" idx="3"/>
            </p:cNvCxnSpPr>
            <p:nvPr/>
          </p:nvCxnSpPr>
          <p:spPr>
            <a:xfrm flipH="1" flipV="1">
              <a:off x="6108213" y="3133898"/>
              <a:ext cx="478237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40817214-0968-4AE7-BE20-32F0DB2804C1}"/>
                </a:ext>
              </a:extLst>
            </p:cNvPr>
            <p:cNvSpPr/>
            <p:nvPr/>
          </p:nvSpPr>
          <p:spPr>
            <a:xfrm>
              <a:off x="2901142" y="1271848"/>
              <a:ext cx="6833062" cy="251044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C66C4F90-1FBB-4705-8767-AC95AFBC538A}"/>
                </a:ext>
              </a:extLst>
            </p:cNvPr>
            <p:cNvSpPr/>
            <p:nvPr/>
          </p:nvSpPr>
          <p:spPr>
            <a:xfrm>
              <a:off x="5560110" y="1089646"/>
              <a:ext cx="1558637" cy="31753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SCC2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A11E7116-BA68-4828-89E1-8FFA77E89390}"/>
              </a:ext>
            </a:extLst>
          </p:cNvPr>
          <p:cNvSpPr/>
          <p:nvPr/>
        </p:nvSpPr>
        <p:spPr>
          <a:xfrm>
            <a:off x="939390" y="2134161"/>
            <a:ext cx="1039091" cy="5902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LOC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C130150F-B9BE-4AE0-85CF-BCE41EB88F1A}"/>
              </a:ext>
            </a:extLst>
          </p:cNvPr>
          <p:cNvSpPr/>
          <p:nvPr/>
        </p:nvSpPr>
        <p:spPr>
          <a:xfrm>
            <a:off x="934811" y="2950162"/>
            <a:ext cx="1039091" cy="5902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LAC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3547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4736DCE-970E-414B-BFB5-A6E832AE3010}"/>
              </a:ext>
            </a:extLst>
          </p:cNvPr>
          <p:cNvSpPr/>
          <p:nvPr/>
        </p:nvSpPr>
        <p:spPr>
          <a:xfrm>
            <a:off x="3567601" y="1713502"/>
            <a:ext cx="1039090" cy="5902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TOS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3AF0EC7-462D-4380-B5ED-6C252D69A0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6401" y="1476001"/>
            <a:ext cx="4917491" cy="44449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592E67F-BF60-4239-8FD4-C9168CD9ECC8}"/>
              </a:ext>
            </a:extLst>
          </p:cNvPr>
          <p:cNvSpPr txBox="1"/>
          <p:nvPr/>
        </p:nvSpPr>
        <p:spPr>
          <a:xfrm>
            <a:off x="8028561" y="5525630"/>
            <a:ext cx="1329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EGO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AA98D6-3CF2-4336-8828-193DB99B00BB}"/>
              </a:ext>
            </a:extLst>
          </p:cNvPr>
          <p:cNvSpPr txBox="1"/>
          <p:nvPr/>
        </p:nvSpPr>
        <p:spPr>
          <a:xfrm>
            <a:off x="8119351" y="3116758"/>
            <a:ext cx="13294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/>
              <a:t>Track3</a:t>
            </a:r>
            <a:endParaRPr lang="ko-KR" altLang="en-U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F85F88-A023-427C-8269-773BAE37D942}"/>
              </a:ext>
            </a:extLst>
          </p:cNvPr>
          <p:cNvSpPr txBox="1"/>
          <p:nvPr/>
        </p:nvSpPr>
        <p:spPr>
          <a:xfrm>
            <a:off x="9254246" y="4877119"/>
            <a:ext cx="13294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/>
              <a:t>Track1</a:t>
            </a:r>
            <a:endParaRPr lang="ko-KR" alt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889213-C7A1-43C8-A139-DCCBDF93C1C7}"/>
              </a:ext>
            </a:extLst>
          </p:cNvPr>
          <p:cNvSpPr txBox="1"/>
          <p:nvPr/>
        </p:nvSpPr>
        <p:spPr>
          <a:xfrm>
            <a:off x="8784075" y="3985736"/>
            <a:ext cx="13294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/>
              <a:t>Track2</a:t>
            </a:r>
            <a:endParaRPr lang="ko-KR" alt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AFC909-1C31-4A10-A220-F3C29D7F0A63}"/>
              </a:ext>
            </a:extLst>
          </p:cNvPr>
          <p:cNvSpPr txBox="1"/>
          <p:nvPr/>
        </p:nvSpPr>
        <p:spPr>
          <a:xfrm>
            <a:off x="7190422" y="2346811"/>
            <a:ext cx="13294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rgbClr val="FF0000"/>
                </a:solidFill>
              </a:rPr>
              <a:t>Track4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1CE5E0-BE59-4953-B4DD-AFD1165FE1ED}"/>
              </a:ext>
            </a:extLst>
          </p:cNvPr>
          <p:cNvSpPr txBox="1"/>
          <p:nvPr/>
        </p:nvSpPr>
        <p:spPr>
          <a:xfrm>
            <a:off x="5628688" y="2069812"/>
            <a:ext cx="13294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/>
              <a:t>Track5</a:t>
            </a:r>
            <a:endParaRPr lang="ko-KR" alt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FB23E6-9CDC-4BAC-931E-9A7438B86DDA}"/>
              </a:ext>
            </a:extLst>
          </p:cNvPr>
          <p:cNvSpPr txBox="1"/>
          <p:nvPr/>
        </p:nvSpPr>
        <p:spPr>
          <a:xfrm>
            <a:off x="5628687" y="1431001"/>
            <a:ext cx="13294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err="1"/>
              <a:t>RoadRadius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556216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59C8C9C-715A-49F2-A44C-DCCCC231E230}"/>
              </a:ext>
            </a:extLst>
          </p:cNvPr>
          <p:cNvSpPr txBox="1"/>
          <p:nvPr/>
        </p:nvSpPr>
        <p:spPr>
          <a:xfrm>
            <a:off x="1763949" y="111235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https://www.youtube.com/watch?v=ysfj0QfXnWU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6E8D4B-D4E8-4B87-8270-5DFA6F14921B}"/>
              </a:ext>
            </a:extLst>
          </p:cNvPr>
          <p:cNvSpPr txBox="1"/>
          <p:nvPr/>
        </p:nvSpPr>
        <p:spPr>
          <a:xfrm>
            <a:off x="1031130" y="2283847"/>
            <a:ext cx="77497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https://ecv.hyundai.com/global/en/products/xcient-fuel-cell-truck-fcev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C69007-C58D-4F01-B2F5-DAF5C9457137}"/>
              </a:ext>
            </a:extLst>
          </p:cNvPr>
          <p:cNvSpPr txBox="1"/>
          <p:nvPr/>
        </p:nvSpPr>
        <p:spPr>
          <a:xfrm>
            <a:off x="1031130" y="2984239"/>
            <a:ext cx="81193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https://ecv.hyundai.com/global/en/products/xcient-fuel-cell-tractor-fcev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790FAA-D6A6-470C-8CFD-39C0CC8561CF}"/>
              </a:ext>
            </a:extLst>
          </p:cNvPr>
          <p:cNvSpPr txBox="1"/>
          <p:nvPr/>
        </p:nvSpPr>
        <p:spPr>
          <a:xfrm>
            <a:off x="953309" y="1914515"/>
            <a:ext cx="2522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QZ FCEV Europe 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110E23-F500-45A2-B05E-191EB8AB92DC}"/>
              </a:ext>
            </a:extLst>
          </p:cNvPr>
          <p:cNvSpPr txBox="1"/>
          <p:nvPr/>
        </p:nvSpPr>
        <p:spPr>
          <a:xfrm>
            <a:off x="1031130" y="2653179"/>
            <a:ext cx="2522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QZ FCEV NA 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AF8443-ADF3-48B0-9843-EA5C8946B3E4}"/>
              </a:ext>
            </a:extLst>
          </p:cNvPr>
          <p:cNvSpPr txBox="1"/>
          <p:nvPr/>
        </p:nvSpPr>
        <p:spPr>
          <a:xfrm>
            <a:off x="953309" y="4080222"/>
            <a:ext cx="87938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https://www.hyundaimotorgroup.com/en/story/CONT0000000000191845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C13758-CEE5-467D-8E94-12821DB212C6}"/>
              </a:ext>
            </a:extLst>
          </p:cNvPr>
          <p:cNvSpPr txBox="1"/>
          <p:nvPr/>
        </p:nvSpPr>
        <p:spPr>
          <a:xfrm>
            <a:off x="1031129" y="3740205"/>
            <a:ext cx="2522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QZ 25PE ICE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3073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0378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60212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82926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39273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499</TotalTime>
  <Words>115</Words>
  <Application>Microsoft Office PowerPoint</Application>
  <PresentationFormat>와이드스크린</PresentationFormat>
  <Paragraphs>46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맑은 고딕</vt:lpstr>
      <vt:lpstr>Arial</vt:lpstr>
      <vt:lpstr>Cambria Math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test</dc:creator>
  <cp:lastModifiedBy>test</cp:lastModifiedBy>
  <cp:revision>5</cp:revision>
  <dcterms:created xsi:type="dcterms:W3CDTF">2026-05-16T12:31:21Z</dcterms:created>
  <dcterms:modified xsi:type="dcterms:W3CDTF">2026-05-18T14:56:56Z</dcterms:modified>
</cp:coreProperties>
</file>